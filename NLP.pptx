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5E3A-535D-C2D6-6B6D-9F398B24B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343807"/>
            <a:ext cx="12192001" cy="2070538"/>
          </a:xfrm>
        </p:spPr>
        <p:txBody>
          <a:bodyPr>
            <a:normAutofit/>
          </a:bodyPr>
          <a:lstStyle/>
          <a:p>
            <a:r>
              <a:rPr lang="en-US" sz="6000" dirty="0"/>
              <a:t>NLP-</a:t>
            </a:r>
            <a:br>
              <a:rPr lang="en-US" sz="6000" dirty="0"/>
            </a:br>
            <a:r>
              <a:rPr lang="en-US" sz="6000" dirty="0" err="1"/>
              <a:t>NaturAL</a:t>
            </a:r>
            <a:r>
              <a:rPr lang="en-US" sz="6000" dirty="0"/>
              <a:t> LANGUAGE PROCESSING</a:t>
            </a:r>
            <a:endParaRPr lang="en-IN" sz="6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C50CC-FD79-A5A1-85E0-64D375972F59}"/>
              </a:ext>
            </a:extLst>
          </p:cNvPr>
          <p:cNvSpPr/>
          <p:nvPr/>
        </p:nvSpPr>
        <p:spPr>
          <a:xfrm>
            <a:off x="8219088" y="5715120"/>
            <a:ext cx="3605049" cy="91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By Dharm Gautam Shah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643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B3B5-8750-79A8-04D9-EC8109C2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C3275-ED93-89F4-7491-A98F1551A7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56442"/>
            <a:ext cx="10363826" cy="4834758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IN" b="1" dirty="0"/>
              <a:t>What Does NLP Mean?</a:t>
            </a:r>
          </a:p>
          <a:p>
            <a:r>
              <a:rPr lang="en-IN" b="1" dirty="0"/>
              <a:t>Natural</a:t>
            </a:r>
            <a:r>
              <a:rPr lang="en-IN" dirty="0"/>
              <a:t> → Human language </a:t>
            </a:r>
          </a:p>
          <a:p>
            <a:r>
              <a:rPr lang="en-IN" b="1" dirty="0"/>
              <a:t>Language</a:t>
            </a:r>
            <a:r>
              <a:rPr lang="en-IN" dirty="0"/>
              <a:t> → Words, sentences, speech </a:t>
            </a:r>
          </a:p>
          <a:p>
            <a:r>
              <a:rPr lang="en-IN" b="1" dirty="0"/>
              <a:t>Processing</a:t>
            </a:r>
            <a:r>
              <a:rPr lang="en-IN" dirty="0"/>
              <a:t> → Understanding and working with it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NLP = Teaching computers to understand human language.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Example </a:t>
            </a:r>
            <a:r>
              <a:rPr lang="en-IN" dirty="0"/>
              <a:t>: Imagine you have a robot friend.</a:t>
            </a:r>
          </a:p>
          <a:p>
            <a:pPr marL="0" indent="0">
              <a:buNone/>
            </a:pPr>
            <a:r>
              <a:rPr lang="en-IN" dirty="0"/>
              <a:t>The robot is very smart at math and computers, but it doesn't understand human language like English, Hindi, or Kannada.</a:t>
            </a:r>
          </a:p>
          <a:p>
            <a:pPr marL="0" indent="0">
              <a:buNone/>
            </a:pPr>
            <a:r>
              <a:rPr lang="en-IN" b="1" dirty="0"/>
              <a:t>NLP (Natural Language Processing)</a:t>
            </a:r>
            <a:r>
              <a:rPr lang="en-IN" dirty="0"/>
              <a:t> is the technology that teaches computers how to understand, read, write, and talk in human language.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64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52A9-86AF-0BA1-E114-45D777BD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0F2D1-084A-048A-6C69-F730E156746D}"/>
              </a:ext>
            </a:extLst>
          </p:cNvPr>
          <p:cNvSpPr txBox="1"/>
          <p:nvPr/>
        </p:nvSpPr>
        <p:spPr>
          <a:xfrm>
            <a:off x="462455" y="785410"/>
            <a:ext cx="1172954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Real-Life Examples of NLP</a:t>
            </a:r>
          </a:p>
          <a:p>
            <a:r>
              <a:rPr lang="en-IN" sz="2400" dirty="0"/>
              <a:t>When you say:</a:t>
            </a:r>
          </a:p>
          <a:p>
            <a:r>
              <a:rPr lang="en-IN" sz="2400" dirty="0"/>
              <a:t>                     "Hey Google, what's the weather today?“</a:t>
            </a:r>
          </a:p>
          <a:p>
            <a:endParaRPr lang="en-IN" sz="2400" dirty="0"/>
          </a:p>
          <a:p>
            <a:r>
              <a:rPr lang="en-IN" sz="2400" dirty="0"/>
              <a:t>Google must: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Hear your voice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Convert speech to text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Understand your question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Find the answer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Speak back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dirty="0"/>
              <a:t>All this uses NLP.</a:t>
            </a:r>
          </a:p>
          <a:p>
            <a:r>
              <a:rPr lang="en-IN" sz="2400" dirty="0"/>
              <a:t>Other 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ChatGPT  , Siri  ,Alexa  ,Google Translate  ,Grammarly , Gmail spam detection ,YouTube comment filtering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207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E6BD1-6D74-C4D0-EA0F-6F6CD836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0F2A85-09BE-2FD2-7801-12D6423A6E1D}"/>
              </a:ext>
            </a:extLst>
          </p:cNvPr>
          <p:cNvSpPr txBox="1"/>
          <p:nvPr/>
        </p:nvSpPr>
        <p:spPr>
          <a:xfrm>
            <a:off x="1186543" y="1197429"/>
            <a:ext cx="101890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How NLP Works (Simple Version)</a:t>
            </a:r>
          </a:p>
          <a:p>
            <a:r>
              <a:rPr lang="en-IN" sz="2400" b="1" dirty="0"/>
              <a:t>Imagine a pipeline: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Human Language</a:t>
            </a:r>
            <a:br>
              <a:rPr lang="en-IN" sz="2400" dirty="0"/>
            </a:br>
            <a:r>
              <a:rPr lang="en-IN" sz="2400" dirty="0"/>
              <a:t>       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Clean the Text</a:t>
            </a:r>
            <a:br>
              <a:rPr lang="en-IN" sz="2400" dirty="0"/>
            </a:br>
            <a:r>
              <a:rPr lang="en-IN" sz="2400" dirty="0"/>
              <a:t>       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Break into Words</a:t>
            </a:r>
            <a:br>
              <a:rPr lang="en-IN" sz="2400" dirty="0"/>
            </a:br>
            <a:r>
              <a:rPr lang="en-IN" sz="2400" dirty="0"/>
              <a:t>       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Understand Meaning</a:t>
            </a:r>
            <a:br>
              <a:rPr lang="en-IN" sz="2400" dirty="0"/>
            </a:br>
            <a:r>
              <a:rPr lang="en-IN" sz="2400" dirty="0"/>
              <a:t>       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Make Decision</a:t>
            </a:r>
            <a:br>
              <a:rPr lang="en-IN" sz="2400" dirty="0"/>
            </a:br>
            <a:r>
              <a:rPr lang="en-IN" sz="2400" dirty="0"/>
              <a:t>       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Generate Response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3453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0D23-9760-F2D4-C5C1-318EDE8E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FCF4E0-2AF9-D5B4-0040-E5C99B1B534E}"/>
              </a:ext>
            </a:extLst>
          </p:cNvPr>
          <p:cNvSpPr txBox="1"/>
          <p:nvPr/>
        </p:nvSpPr>
        <p:spPr>
          <a:xfrm>
            <a:off x="576943" y="544286"/>
            <a:ext cx="1018902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/>
          </a:p>
          <a:p>
            <a:pPr algn="ctr"/>
            <a:r>
              <a:rPr lang="en-IN" sz="2400" b="1" dirty="0"/>
              <a:t>Example:</a:t>
            </a:r>
          </a:p>
          <a:p>
            <a:r>
              <a:rPr lang="en-IN" sz="2400" dirty="0"/>
              <a:t>Input:</a:t>
            </a:r>
          </a:p>
          <a:p>
            <a:r>
              <a:rPr lang="en-IN" sz="2400" dirty="0"/>
              <a:t>		"Book a train ticket to Bangalore"</a:t>
            </a:r>
          </a:p>
          <a:p>
            <a:endParaRPr lang="en-IN" sz="2400" dirty="0"/>
          </a:p>
          <a:p>
            <a:r>
              <a:rPr lang="en-IN" sz="2400" dirty="0"/>
              <a:t>NLP system:</a:t>
            </a:r>
          </a:p>
          <a:p>
            <a:pPr lvl="1"/>
            <a:r>
              <a:rPr lang="en-IN" sz="2400" b="1" dirty="0"/>
              <a:t>Step 1: Read Text</a:t>
            </a:r>
          </a:p>
          <a:p>
            <a:pPr lvl="1"/>
            <a:r>
              <a:rPr lang="en-IN" sz="2400" dirty="0"/>
              <a:t>Book a train ticket to Bangalore</a:t>
            </a:r>
          </a:p>
          <a:p>
            <a:pPr lvl="1"/>
            <a:r>
              <a:rPr lang="en-IN" sz="2400" b="1" dirty="0"/>
              <a:t>Step 2: Break Into Words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Book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train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ticket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to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Bangalore</a:t>
            </a:r>
          </a:p>
          <a:p>
            <a:r>
              <a:rPr lang="en-IN" sz="2400" dirty="0"/>
              <a:t>This is called </a:t>
            </a:r>
            <a:r>
              <a:rPr lang="en-IN" sz="2400" b="1" dirty="0"/>
              <a:t>Tokenization</a:t>
            </a:r>
            <a:r>
              <a:rPr lang="en-IN" sz="2400" dirty="0"/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65423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3A5C-4EF8-47EE-74CF-5A8708B0B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4C508D-9176-5B5E-620B-96EC0FA8A795}"/>
              </a:ext>
            </a:extLst>
          </p:cNvPr>
          <p:cNvSpPr/>
          <p:nvPr/>
        </p:nvSpPr>
        <p:spPr>
          <a:xfrm>
            <a:off x="6096000" y="2367090"/>
            <a:ext cx="5018314" cy="391593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2D82B-BB74-1BAC-CF90-B446B72BCFD7}"/>
              </a:ext>
            </a:extLst>
          </p:cNvPr>
          <p:cNvSpPr/>
          <p:nvPr/>
        </p:nvSpPr>
        <p:spPr>
          <a:xfrm>
            <a:off x="761373" y="2367091"/>
            <a:ext cx="4899197" cy="391593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0FB5D-ABE5-A9BA-B4C4-D0D9CD35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4" y="574973"/>
            <a:ext cx="7497692" cy="1596177"/>
          </a:xfrm>
        </p:spPr>
        <p:txBody>
          <a:bodyPr>
            <a:normAutofit/>
          </a:bodyPr>
          <a:lstStyle/>
          <a:p>
            <a:r>
              <a:rPr lang="en-US" sz="2000" b="1" dirty="0"/>
              <a:t>Comparison</a:t>
            </a:r>
            <a:br>
              <a:rPr lang="en-US" sz="2000" b="1" dirty="0"/>
            </a:br>
            <a:r>
              <a:rPr lang="en-IN" sz="2000" b="1" dirty="0"/>
              <a:t>Old NLP  VS Modern NLP</a:t>
            </a:r>
            <a:br>
              <a:rPr lang="en-IN" sz="2000" b="1" dirty="0"/>
            </a:b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D1236-C006-B43D-4BD9-A11D643C4B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2500" y="2737206"/>
            <a:ext cx="4474029" cy="30322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	- IF sentence contains "hello"</a:t>
            </a:r>
            <a:br>
              <a:rPr lang="en-IN" dirty="0"/>
            </a:br>
            <a:r>
              <a:rPr lang="en-IN" dirty="0"/>
              <a:t>	- THEN reply "Hi“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Problems:</a:t>
            </a:r>
            <a:br>
              <a:rPr lang="en-IN" dirty="0"/>
            </a:br>
            <a:r>
              <a:rPr lang="en-IN" dirty="0"/>
              <a:t>	Too many rules </a:t>
            </a:r>
            <a:br>
              <a:rPr lang="en-IN" dirty="0"/>
            </a:br>
            <a:r>
              <a:rPr lang="en-IN" dirty="0"/>
              <a:t>	Doesn't scale 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8E02-77E8-27E7-EC55-4E9E1CF2BB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5227" y="2613005"/>
            <a:ext cx="4506059" cy="315642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- </a:t>
            </a:r>
            <a:r>
              <a:rPr lang="en-US" sz="1800" dirty="0"/>
              <a:t>Learn from millions of examples</a:t>
            </a:r>
          </a:p>
          <a:p>
            <a:pPr marL="0" indent="0">
              <a:buNone/>
            </a:pPr>
            <a:r>
              <a:rPr lang="en-US" sz="1800" dirty="0"/>
              <a:t>Benefit: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400" b="1" dirty="0"/>
              <a:t>-</a:t>
            </a:r>
            <a:r>
              <a:rPr lang="en-IN" sz="1600" b="1" dirty="0"/>
              <a:t> </a:t>
            </a:r>
            <a:r>
              <a:rPr lang="en-IN" sz="1400" b="1" dirty="0"/>
              <a:t>Uses Machine Learning and Deep Learning.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753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7BC30-522E-8EB5-FC1E-2E4DE013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E206DB-2875-1E12-9BF3-A74EDABDBB47}"/>
              </a:ext>
            </a:extLst>
          </p:cNvPr>
          <p:cNvSpPr txBox="1"/>
          <p:nvPr/>
        </p:nvSpPr>
        <p:spPr>
          <a:xfrm>
            <a:off x="576944" y="1981200"/>
            <a:ext cx="1003662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Easy </a:t>
            </a:r>
            <a:r>
              <a:rPr lang="en-IN" sz="3200" b="1" dirty="0" err="1"/>
              <a:t>Defination</a:t>
            </a:r>
            <a:r>
              <a:rPr lang="en-IN" sz="3200" b="1" dirty="0"/>
              <a:t>: </a:t>
            </a:r>
            <a:endParaRPr lang="en-IN" sz="3600" b="1" dirty="0"/>
          </a:p>
          <a:p>
            <a:pPr lvl="1"/>
            <a:r>
              <a:rPr lang="en-IN" sz="2800" dirty="0"/>
              <a:t>NLP is the field of AI that teaches computers to understand, interpret, and generate human language so they can communicate with people naturally.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0D4AEE-8D00-1B03-105E-6802E6FE8E43}"/>
              </a:ext>
            </a:extLst>
          </p:cNvPr>
          <p:cNvSpPr txBox="1"/>
          <p:nvPr/>
        </p:nvSpPr>
        <p:spPr>
          <a:xfrm>
            <a:off x="8948058" y="5954485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 Dharm Gautam Shah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4CE9E-3DDF-953D-CC6A-5B1502633C8B}"/>
              </a:ext>
            </a:extLst>
          </p:cNvPr>
          <p:cNvSpPr txBox="1"/>
          <p:nvPr/>
        </p:nvSpPr>
        <p:spPr>
          <a:xfrm>
            <a:off x="4996544" y="4909457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THANKYOU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1105298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{28AA5F42-E047-4E82-8AAC-BE94324C1849}TF62d0d592-7ac2-4846-a919-75806e8bead49553d537-f813ce055067</Template>
  <TotalTime>31</TotalTime>
  <Words>341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Droplet</vt:lpstr>
      <vt:lpstr>NLP- NaturAL LANGUAGE PROCESSING</vt:lpstr>
      <vt:lpstr>PowerPoint Presentation</vt:lpstr>
      <vt:lpstr>PowerPoint Presentation</vt:lpstr>
      <vt:lpstr>PowerPoint Presentation</vt:lpstr>
      <vt:lpstr>PowerPoint Presentation</vt:lpstr>
      <vt:lpstr>Comparison Old NLP  VS Modern NLP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Dharm Shah</dc:creator>
  <cp:lastModifiedBy>Dharm Shah</cp:lastModifiedBy>
  <cp:revision>1</cp:revision>
  <dcterms:created xsi:type="dcterms:W3CDTF">2026-06-04T04:42:15Z</dcterms:created>
  <dcterms:modified xsi:type="dcterms:W3CDTF">2026-06-04T05:13:38Z</dcterms:modified>
</cp:coreProperties>
</file>